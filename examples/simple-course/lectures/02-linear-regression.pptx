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2: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DSC 101, Fall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